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office2md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use</a:t>
            </a:r>
          </a:p>
          <a:p>
            <a:pPr/>
            <a:r>
              <a:t>High quality conversion</a:t>
            </a:r>
          </a:p>
          <a:p>
            <a:pPr/>
            <a:r>
              <a:t>Supports multiple formats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Word (.docx)</a:t>
            </a:r>
          </a:p>
          <a:p>
            <a:pPr/>
            <a:r>
              <a:t>Microsoft Excel (.xlsx, .xls)</a:t>
            </a:r>
          </a:p>
          <a:p>
            <a:pPr/>
            <a:r>
              <a:t>Microsoft PowerPoint (.pptx, .ppt)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